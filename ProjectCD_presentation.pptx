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7337088" cy="9752013"/>
  <p:notesSz cx="17337088" cy="9752013"/>
  <p:defaultTextStyle>
    <a:defPPr>
      <a:defRPr lang="nl-NL"/>
    </a:defPPr>
    <a:lvl1pPr algn="l">
      <a:spcBef>
        <a:spcPts val="0"/>
      </a:spcBef>
      <a:spcAft>
        <a:spcPts val="0"/>
      </a:spcAft>
      <a:defRPr sz="4050">
        <a:solidFill>
          <a:schemeClr val="tx1"/>
        </a:solidFill>
        <a:latin typeface="Times New Roman"/>
        <a:ea typeface="+mn-ea"/>
        <a:cs typeface="Arial"/>
      </a:defRPr>
    </a:lvl1pPr>
    <a:lvl2pPr marL="773948" algn="l">
      <a:spcBef>
        <a:spcPts val="0"/>
      </a:spcBef>
      <a:spcAft>
        <a:spcPts val="0"/>
      </a:spcAft>
      <a:defRPr sz="4050">
        <a:solidFill>
          <a:schemeClr val="tx1"/>
        </a:solidFill>
        <a:latin typeface="Times New Roman"/>
        <a:ea typeface="+mn-ea"/>
        <a:cs typeface="Arial"/>
      </a:defRPr>
    </a:lvl2pPr>
    <a:lvl3pPr marL="1547896" algn="l">
      <a:spcBef>
        <a:spcPts val="0"/>
      </a:spcBef>
      <a:spcAft>
        <a:spcPts val="0"/>
      </a:spcAft>
      <a:defRPr sz="4050">
        <a:solidFill>
          <a:schemeClr val="tx1"/>
        </a:solidFill>
        <a:latin typeface="Times New Roman"/>
        <a:ea typeface="+mn-ea"/>
        <a:cs typeface="Arial"/>
      </a:defRPr>
    </a:lvl3pPr>
    <a:lvl4pPr marL="2321844" algn="l">
      <a:spcBef>
        <a:spcPts val="0"/>
      </a:spcBef>
      <a:spcAft>
        <a:spcPts val="0"/>
      </a:spcAft>
      <a:defRPr sz="4050">
        <a:solidFill>
          <a:schemeClr val="tx1"/>
        </a:solidFill>
        <a:latin typeface="Times New Roman"/>
        <a:ea typeface="+mn-ea"/>
        <a:cs typeface="Arial"/>
      </a:defRPr>
    </a:lvl4pPr>
    <a:lvl5pPr marL="3095793" algn="l">
      <a:spcBef>
        <a:spcPts val="0"/>
      </a:spcBef>
      <a:spcAft>
        <a:spcPts val="0"/>
      </a:spcAft>
      <a:defRPr sz="4050">
        <a:solidFill>
          <a:schemeClr val="tx1"/>
        </a:solidFill>
        <a:latin typeface="Times New Roman"/>
        <a:ea typeface="+mn-ea"/>
        <a:cs typeface="Arial"/>
      </a:defRPr>
    </a:lvl5pPr>
    <a:lvl6pPr marL="3869740" algn="l" defTabSz="1547896">
      <a:defRPr sz="4050">
        <a:solidFill>
          <a:schemeClr val="tx1"/>
        </a:solidFill>
        <a:latin typeface="Times New Roman"/>
        <a:ea typeface="+mn-ea"/>
        <a:cs typeface="Arial"/>
      </a:defRPr>
    </a:lvl6pPr>
    <a:lvl7pPr marL="4643689" algn="l" defTabSz="1547896">
      <a:defRPr sz="4050">
        <a:solidFill>
          <a:schemeClr val="tx1"/>
        </a:solidFill>
        <a:latin typeface="Times New Roman"/>
        <a:ea typeface="+mn-ea"/>
        <a:cs typeface="Arial"/>
      </a:defRPr>
    </a:lvl7pPr>
    <a:lvl8pPr marL="5417637" algn="l" defTabSz="1547896">
      <a:defRPr sz="4050">
        <a:solidFill>
          <a:schemeClr val="tx1"/>
        </a:solidFill>
        <a:latin typeface="Times New Roman"/>
        <a:ea typeface="+mn-ea"/>
        <a:cs typeface="Arial"/>
      </a:defRPr>
    </a:lvl8pPr>
    <a:lvl9pPr marL="6191585" algn="l" defTabSz="1547896">
      <a:defRPr sz="4050">
        <a:solidFill>
          <a:schemeClr val="tx1"/>
        </a:solidFill>
        <a:latin typeface="Times New Roman"/>
        <a:ea typeface="+mn-ea"/>
        <a:cs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3072">
          <p15:clr>
            <a:srgbClr val="A4A3A4"/>
          </p15:clr>
        </p15:guide>
        <p15:guide id="2" pos="546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30E2675-8B44-4D1E-9FE8-BA5AAC522538}" v="2" dt="2026-02-16T15:23:16.29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4" d="100"/>
          <a:sy n="84" d="100"/>
        </p:scale>
        <p:origin x="198" y="102"/>
      </p:cViewPr>
      <p:guideLst>
        <p:guide orient="horz" pos="3072"/>
        <p:guide pos="5461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Relationship Id="rId1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aixin Chang" userId="584283dc-59bc-4ea7-b9f6-26e9b1761335" providerId="ADAL" clId="{F4E3A9D0-A259-4119-8AC3-027DB648060D}"/>
    <pc:docChg chg="undo custSel modSld">
      <pc:chgData name="Kaixin Chang" userId="584283dc-59bc-4ea7-b9f6-26e9b1761335" providerId="ADAL" clId="{F4E3A9D0-A259-4119-8AC3-027DB648060D}" dt="2026-02-16T15:23:14.304" v="143"/>
      <pc:docMkLst>
        <pc:docMk/>
      </pc:docMkLst>
      <pc:sldChg chg="modSp mod">
        <pc:chgData name="Kaixin Chang" userId="584283dc-59bc-4ea7-b9f6-26e9b1761335" providerId="ADAL" clId="{F4E3A9D0-A259-4119-8AC3-027DB648060D}" dt="2026-02-11T13:09:31.621" v="2" actId="20577"/>
        <pc:sldMkLst>
          <pc:docMk/>
          <pc:sldMk cId="0" sldId="256"/>
        </pc:sldMkLst>
        <pc:spChg chg="mod">
          <ac:chgData name="Kaixin Chang" userId="584283dc-59bc-4ea7-b9f6-26e9b1761335" providerId="ADAL" clId="{F4E3A9D0-A259-4119-8AC3-027DB648060D}" dt="2026-02-11T13:09:31.621" v="2" actId="20577"/>
          <ac:spMkLst>
            <pc:docMk/>
            <pc:sldMk cId="0" sldId="256"/>
            <ac:spMk id="3" creationId="{00000000-0000-0000-0000-000000000000}"/>
          </ac:spMkLst>
        </pc:spChg>
      </pc:sldChg>
      <pc:sldChg chg="modSp mod">
        <pc:chgData name="Kaixin Chang" userId="584283dc-59bc-4ea7-b9f6-26e9b1761335" providerId="ADAL" clId="{F4E3A9D0-A259-4119-8AC3-027DB648060D}" dt="2026-02-16T15:23:14.304" v="143"/>
        <pc:sldMkLst>
          <pc:docMk/>
          <pc:sldMk cId="0" sldId="257"/>
        </pc:sldMkLst>
        <pc:spChg chg="mod">
          <ac:chgData name="Kaixin Chang" userId="584283dc-59bc-4ea7-b9f6-26e9b1761335" providerId="ADAL" clId="{F4E3A9D0-A259-4119-8AC3-027DB648060D}" dt="2026-02-16T15:23:14.304" v="143"/>
          <ac:spMkLst>
            <pc:docMk/>
            <pc:sldMk cId="0" sldId="257"/>
            <ac:spMk id="3" creationId="{00000000-0000-0000-0000-000000000000}"/>
          </ac:spMkLst>
        </pc:spChg>
      </pc:sldChg>
      <pc:sldChg chg="modSp mod">
        <pc:chgData name="Kaixin Chang" userId="584283dc-59bc-4ea7-b9f6-26e9b1761335" providerId="ADAL" clId="{F4E3A9D0-A259-4119-8AC3-027DB648060D}" dt="2026-02-11T13:13:14.991" v="19" actId="207"/>
        <pc:sldMkLst>
          <pc:docMk/>
          <pc:sldMk cId="0" sldId="262"/>
        </pc:sldMkLst>
        <pc:spChg chg="mod">
          <ac:chgData name="Kaixin Chang" userId="584283dc-59bc-4ea7-b9f6-26e9b1761335" providerId="ADAL" clId="{F4E3A9D0-A259-4119-8AC3-027DB648060D}" dt="2026-02-11T13:13:14.991" v="19" actId="207"/>
          <ac:spMkLst>
            <pc:docMk/>
            <pc:sldMk cId="0" sldId="262"/>
            <ac:spMk id="3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showMasterPhAnim="0" type="blank" preserve="1" userDrawn="1">
  <p:cSld name="Corporate Logo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0464F84-246C-4657-8172-1E2969D0F603}" type="datetime1">
              <a:rPr lang="en-GB"/>
              <a:t>16/02/2026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r>
              <a:rPr lang="nl-NL"/>
              <a:t>pag. </a:t>
            </a:r>
            <a:fld id="{65A9A758-9AA4-4B7E-AAF3-0DDDE8ADB976}" type="slidenum">
              <a:rPr lang="nl-NL"/>
              <a:t>‹#›</a:t>
            </a:fld>
            <a:r>
              <a:rPr lang="nl-NL"/>
              <a:t> </a:t>
            </a:r>
            <a:endParaRPr/>
          </a:p>
        </p:txBody>
      </p:sp>
      <p:pic>
        <p:nvPicPr>
          <p:cNvPr id="6" name="Logo Large EN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4077374" y="2283303"/>
            <a:ext cx="4800171" cy="4172041"/>
          </a:xfrm>
          <a:prstGeom prst="rect">
            <a:avLst/>
          </a:prstGeom>
        </p:spPr>
      </p:pic>
    </p:spTree>
  </p:cSld>
  <p:clrMapOvr>
    <a:masterClrMapping/>
  </p:clrMapOvr>
  <p:hf hd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Title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 bwMode="auto">
          <a:xfrm>
            <a:off x="914317" y="1392973"/>
            <a:ext cx="16422771" cy="6504142"/>
          </a:xfrm>
          <a:prstGeom prst="rect">
            <a:avLst/>
          </a:prstGeom>
          <a:solidFill>
            <a:srgbClr val="1E64C8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GB" sz="405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 bwMode="white">
          <a:xfrm>
            <a:off x="1290956" y="2285628"/>
            <a:ext cx="15181976" cy="4435594"/>
          </a:xfrm>
        </p:spPr>
        <p:txBody>
          <a:bodyPr anchor="b">
            <a:noAutofit/>
          </a:bodyPr>
          <a:lstStyle>
            <a:lvl1pPr algn="l">
              <a:lnSpc>
                <a:spcPts val="10998"/>
              </a:lnSpc>
              <a:defRPr sz="10000" u="sng">
                <a:solidFill>
                  <a:schemeClr val="bg1"/>
                </a:solidFill>
              </a:defRPr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 bwMode="white">
          <a:xfrm>
            <a:off x="1283296" y="6873596"/>
            <a:ext cx="15189636" cy="583105"/>
          </a:xfrm>
        </p:spPr>
        <p:txBody>
          <a:bodyPr>
            <a:normAutofit/>
          </a:bodyPr>
          <a:lstStyle>
            <a:lvl1pPr marL="0" indent="0" algn="l">
              <a:lnSpc>
                <a:spcPts val="3598"/>
              </a:lnSpc>
              <a:buNone/>
              <a:defRPr sz="3000">
                <a:solidFill>
                  <a:srgbClr val="FFD200"/>
                </a:solidFill>
              </a:defRPr>
            </a:lvl1pPr>
            <a:lvl2pPr marL="650054" indent="0" algn="ctr">
              <a:buNone/>
              <a:defRPr sz="2850"/>
            </a:lvl2pPr>
            <a:lvl3pPr marL="1300108" indent="0" algn="ctr">
              <a:buNone/>
              <a:defRPr sz="2550"/>
            </a:lvl3pPr>
            <a:lvl4pPr marL="1950162" indent="0" algn="ctr">
              <a:buNone/>
              <a:defRPr sz="2300"/>
            </a:lvl4pPr>
            <a:lvl5pPr marL="2600216" indent="0" algn="ctr">
              <a:buNone/>
              <a:defRPr sz="2300"/>
            </a:lvl5pPr>
            <a:lvl6pPr marL="3250271" indent="0" algn="ctr">
              <a:buNone/>
              <a:defRPr sz="2300"/>
            </a:lvl6pPr>
            <a:lvl7pPr marL="3900325" indent="0" algn="ctr">
              <a:buNone/>
              <a:defRPr sz="2300"/>
            </a:lvl7pPr>
            <a:lvl8pPr marL="4550379" indent="0" algn="ctr">
              <a:buNone/>
              <a:defRPr sz="2300"/>
            </a:lvl8pPr>
            <a:lvl9pPr marL="5200433" indent="0" algn="ctr">
              <a:buNone/>
              <a:defRPr sz="2300"/>
            </a:lvl9pPr>
          </a:lstStyle>
          <a:p>
            <a:pPr>
              <a:defRPr/>
            </a:pPr>
            <a:r>
              <a:rPr lang="en-GB"/>
              <a:t>Click to add subtitle / presenter / date [dd-mm-yyyy]</a:t>
            </a:r>
            <a:endParaRPr/>
          </a:p>
        </p:txBody>
      </p:sp>
      <p:sp>
        <p:nvSpPr>
          <p:cNvPr id="12" name="Picture Placeholder 11"/>
          <p:cNvSpPr>
            <a:spLocks noGrp="1"/>
          </p:cNvSpPr>
          <p:nvPr>
            <p:ph type="pic" sz="quarter" idx="11" hasCustomPrompt="1"/>
          </p:nvPr>
        </p:nvSpPr>
        <p:spPr bwMode="auto">
          <a:xfrm>
            <a:off x="3200107" y="8365039"/>
            <a:ext cx="2285791" cy="928649"/>
          </a:xfrm>
        </p:spPr>
        <p:txBody>
          <a:bodyPr/>
          <a:lstStyle>
            <a:lvl1pPr>
              <a:defRPr sz="16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>
              <a:defRPr/>
            </a:pPr>
            <a:r>
              <a:rPr lang="en-GB"/>
              <a:t>Partner Logo 1</a:t>
            </a:r>
            <a:endParaRPr/>
          </a:p>
        </p:txBody>
      </p:sp>
      <p:sp>
        <p:nvSpPr>
          <p:cNvPr id="13" name="Picture Placeholder 11"/>
          <p:cNvSpPr>
            <a:spLocks noGrp="1"/>
          </p:cNvSpPr>
          <p:nvPr>
            <p:ph type="pic" sz="quarter" idx="12" hasCustomPrompt="1"/>
          </p:nvPr>
        </p:nvSpPr>
        <p:spPr bwMode="auto">
          <a:xfrm>
            <a:off x="5712677" y="8365039"/>
            <a:ext cx="2285791" cy="928649"/>
          </a:xfrm>
        </p:spPr>
        <p:txBody>
          <a:bodyPr/>
          <a:lstStyle>
            <a:lvl1pPr>
              <a:defRPr sz="16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>
              <a:defRPr/>
            </a:pPr>
            <a:r>
              <a:rPr lang="en-GB"/>
              <a:t>Partner Logo 2</a:t>
            </a:r>
            <a:endParaRPr/>
          </a:p>
        </p:txBody>
      </p:sp>
      <p:sp>
        <p:nvSpPr>
          <p:cNvPr id="14" name="Picture Placeholder 11"/>
          <p:cNvSpPr>
            <a:spLocks noGrp="1"/>
          </p:cNvSpPr>
          <p:nvPr>
            <p:ph type="pic" sz="quarter" idx="13" hasCustomPrompt="1"/>
          </p:nvPr>
        </p:nvSpPr>
        <p:spPr bwMode="auto">
          <a:xfrm>
            <a:off x="8228847" y="8365039"/>
            <a:ext cx="2321787" cy="928649"/>
          </a:xfrm>
        </p:spPr>
        <p:txBody>
          <a:bodyPr/>
          <a:lstStyle>
            <a:lvl1pPr>
              <a:defRPr sz="16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>
              <a:defRPr/>
            </a:pPr>
            <a:r>
              <a:rPr lang="en-GB"/>
              <a:t>Partner Logo 3</a:t>
            </a:r>
            <a:endParaRPr/>
          </a:p>
        </p:txBody>
      </p:sp>
      <p:sp>
        <p:nvSpPr>
          <p:cNvPr id="15" name="Picture Placeholder 11"/>
          <p:cNvSpPr>
            <a:spLocks noGrp="1"/>
          </p:cNvSpPr>
          <p:nvPr>
            <p:ph type="pic" sz="quarter" idx="14" hasCustomPrompt="1"/>
          </p:nvPr>
        </p:nvSpPr>
        <p:spPr bwMode="auto">
          <a:xfrm>
            <a:off x="10745017" y="8365039"/>
            <a:ext cx="2321787" cy="928649"/>
          </a:xfrm>
        </p:spPr>
        <p:txBody>
          <a:bodyPr/>
          <a:lstStyle>
            <a:lvl1pPr>
              <a:defRPr sz="16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>
              <a:defRPr/>
            </a:pPr>
            <a:r>
              <a:rPr lang="en-GB"/>
              <a:t>Partner Logo 4</a:t>
            </a:r>
            <a:endParaRPr/>
          </a:p>
        </p:txBody>
      </p:sp>
      <p:sp>
        <p:nvSpPr>
          <p:cNvPr id="16" name="Oranisation Placeholder"/>
          <p:cNvSpPr>
            <a:spLocks noGrp="1"/>
          </p:cNvSpPr>
          <p:nvPr>
            <p:ph type="body" sz="quarter" idx="15" hasCustomPrompt="1"/>
          </p:nvPr>
        </p:nvSpPr>
        <p:spPr bwMode="white">
          <a:xfrm>
            <a:off x="8579745" y="394944"/>
            <a:ext cx="8293641" cy="539912"/>
          </a:xfrm>
        </p:spPr>
        <p:txBody>
          <a:bodyPr anchor="b" anchorCtr="0">
            <a:normAutofit/>
          </a:bodyPr>
          <a:lstStyle>
            <a:lvl1pPr>
              <a:lnSpc>
                <a:spcPts val="1700"/>
              </a:lnSpc>
              <a:defRPr sz="1400" b="1" i="0" u="sng" cap="all">
                <a:solidFill>
                  <a:srgbClr val="1E64C8"/>
                </a:solidFill>
              </a:defRPr>
            </a:lvl1pPr>
            <a:lvl2pPr marL="0" indent="0">
              <a:lnSpc>
                <a:spcPts val="1700"/>
              </a:lnSpc>
              <a:buNone/>
              <a:defRPr sz="1400" cap="all">
                <a:solidFill>
                  <a:srgbClr val="1E64C8"/>
                </a:solidFill>
              </a:defRPr>
            </a:lvl2pPr>
          </a:lstStyle>
          <a:p>
            <a:pPr lvl="0">
              <a:defRPr/>
            </a:pPr>
            <a:r>
              <a:rPr lang="en-GB"/>
              <a:t>Click to edit organisation styles</a:t>
            </a:r>
            <a:endParaRPr/>
          </a:p>
          <a:p>
            <a:pPr lvl="1">
              <a:defRPr/>
            </a:pPr>
            <a:r>
              <a:rPr lang="en-GB"/>
              <a:t>Second level</a:t>
            </a:r>
            <a:endParaRPr/>
          </a:p>
        </p:txBody>
      </p:sp>
      <p:pic>
        <p:nvPicPr>
          <p:cNvPr id="9" name="Afbeelding 8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464358" y="0"/>
            <a:ext cx="4179215" cy="1392973"/>
          </a:xfrm>
          <a:prstGeom prst="rect">
            <a:avLst/>
          </a:prstGeom>
        </p:spPr>
      </p:pic>
    </p:spTree>
  </p:cSld>
  <p:clrMapOvr>
    <a:masterClrMapping/>
  </p:clrMapOvr>
  <p:hf hd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Chapter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 bwMode="auto">
          <a:xfrm>
            <a:off x="914317" y="0"/>
            <a:ext cx="16422771" cy="7897115"/>
          </a:xfrm>
          <a:prstGeom prst="rect">
            <a:avLst/>
          </a:prstGeom>
          <a:solidFill>
            <a:srgbClr val="1E64C8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GB" sz="4050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 bwMode="white">
          <a:xfrm>
            <a:off x="1290956" y="3245592"/>
            <a:ext cx="15181976" cy="4435594"/>
          </a:xfrm>
        </p:spPr>
        <p:txBody>
          <a:bodyPr anchor="b">
            <a:noAutofit/>
          </a:bodyPr>
          <a:lstStyle>
            <a:lvl1pPr algn="l">
              <a:lnSpc>
                <a:spcPts val="10998"/>
              </a:lnSpc>
              <a:defRPr sz="10000" u="sng">
                <a:solidFill>
                  <a:schemeClr val="bg1"/>
                </a:solidFill>
              </a:defRPr>
            </a:lvl1pPr>
          </a:lstStyle>
          <a:p>
            <a:pPr>
              <a:defRPr/>
            </a:pPr>
            <a:r>
              <a:rPr lang="en-GB"/>
              <a:t>Click to add chapter title</a:t>
            </a:r>
            <a:endParaRPr/>
          </a:p>
        </p:txBody>
      </p:sp>
      <p:sp>
        <p:nvSpPr>
          <p:cNvPr id="16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15589093" y="8947247"/>
            <a:ext cx="921796" cy="51920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700">
                <a:solidFill>
                  <a:srgbClr val="1E64C8"/>
                </a:solidFill>
              </a:defRPr>
            </a:lvl1pPr>
          </a:lstStyle>
          <a:p>
            <a:pPr>
              <a:defRPr/>
            </a:pPr>
            <a:r>
              <a:rPr lang="nl-NL"/>
              <a:t>pag. </a:t>
            </a:r>
            <a:fld id="{65A9A758-9AA4-4B7E-AAF3-0DDDE8ADB976}" type="slidenum">
              <a:rPr lang="nl-NL"/>
              <a:t>‹#›</a:t>
            </a:fld>
            <a:r>
              <a:rPr lang="nl-NL"/>
              <a:t> </a:t>
            </a:r>
            <a:endParaRPr/>
          </a:p>
        </p:txBody>
      </p:sp>
    </p:spTree>
  </p:cSld>
  <p:clrMapOvr>
    <a:masterClrMapping/>
  </p:clrMapOvr>
  <p:hf hd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obj" preserve="1" userDrawn="1">
  <p:cSld name="Title,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 bwMode="auto">
          <a:xfrm>
            <a:off x="835749" y="1194170"/>
            <a:ext cx="15698137" cy="6694910"/>
          </a:xfrm>
        </p:spPr>
        <p:txBody>
          <a:bodyPr/>
          <a:lstStyle>
            <a:lvl1pPr marL="536293" indent="-449910" defTabSz="457109">
              <a:lnSpc>
                <a:spcPct val="120000"/>
              </a:lnSpc>
              <a:buFont typeface="Arial"/>
              <a:buChar char="̶"/>
              <a:defRPr/>
            </a:lvl1pPr>
            <a:lvl2pPr marL="1169766" indent="-449910">
              <a:lnSpc>
                <a:spcPct val="120000"/>
              </a:lnSpc>
              <a:defRPr/>
            </a:lvl2pPr>
            <a:lvl3pPr marL="1756449" indent="-449910" defTabSz="457109">
              <a:lnSpc>
                <a:spcPct val="120000"/>
              </a:lnSpc>
              <a:defRPr/>
            </a:lvl3pPr>
            <a:lvl4pPr marL="2328734" indent="-550690" defTabSz="457109">
              <a:lnSpc>
                <a:spcPct val="120000"/>
              </a:lnSpc>
              <a:defRPr/>
            </a:lvl4pPr>
            <a:lvl5pPr marL="2962207" indent="-442710" defTabSz="457109">
              <a:lnSpc>
                <a:spcPct val="120000"/>
              </a:lnSpc>
              <a:buFont typeface="Arial"/>
              <a:buChar char="̶"/>
              <a:defRPr/>
            </a:lvl5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4FCCCAF6-1686-4743-9124-83F33F1A0EA9}" type="datetime1">
              <a:rPr lang="en-GB"/>
              <a:t>16/02/2026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r>
              <a:rPr lang="nl-NL"/>
              <a:t>pag. </a:t>
            </a:r>
            <a:fld id="{65A9A758-9AA4-4B7E-AAF3-0DDDE8ADB976}" type="slidenum">
              <a:rPr lang="nl-NL"/>
              <a:t>‹#›</a:t>
            </a:fld>
            <a:r>
              <a:rPr lang="nl-NL"/>
              <a:t> </a:t>
            </a:r>
            <a:endParaRPr/>
          </a:p>
        </p:txBody>
      </p:sp>
    </p:spTree>
  </p:cSld>
  <p:clrMapOvr>
    <a:masterClrMapping/>
  </p:clrMapOvr>
  <p:hf hd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Title, Text and Photo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86ADBF0-A618-4E69-83BB-0C41E08702AA}" type="datetime1">
              <a:rPr lang="en-GB"/>
              <a:t>16/02/2026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8" name="Picture Placeholder 7"/>
          <p:cNvSpPr>
            <a:spLocks noGrp="1"/>
          </p:cNvSpPr>
          <p:nvPr>
            <p:ph type="pic" sz="quarter" idx="13" hasCustomPrompt="1"/>
          </p:nvPr>
        </p:nvSpPr>
        <p:spPr bwMode="auto">
          <a:xfrm>
            <a:off x="10103512" y="1371695"/>
            <a:ext cx="6299423" cy="6496943"/>
          </a:xfrm>
        </p:spPr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>
              <a:defRPr/>
            </a:pPr>
            <a:r>
              <a:rPr lang="en-GB"/>
              <a:t>Photo</a:t>
            </a:r>
            <a:endParaRPr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15589093" y="8947247"/>
            <a:ext cx="921796" cy="51920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700">
                <a:solidFill>
                  <a:srgbClr val="1E64C8"/>
                </a:solidFill>
              </a:defRPr>
            </a:lvl1pPr>
          </a:lstStyle>
          <a:p>
            <a:pPr>
              <a:defRPr/>
            </a:pPr>
            <a:r>
              <a:rPr lang="nl-NL"/>
              <a:t>pag. </a:t>
            </a:r>
            <a:fld id="{65A9A758-9AA4-4B7E-AAF3-0DDDE8ADB976}" type="slidenum">
              <a:rPr lang="nl-NL"/>
              <a:t>‹#›</a:t>
            </a:fld>
            <a:r>
              <a:rPr lang="nl-NL"/>
              <a:t> </a:t>
            </a:r>
            <a:endParaRPr/>
          </a:p>
        </p:txBody>
      </p:sp>
      <p:sp>
        <p:nvSpPr>
          <p:cNvPr id="12" name="Content Placeholder 2"/>
          <p:cNvSpPr>
            <a:spLocks noGrp="1"/>
          </p:cNvSpPr>
          <p:nvPr>
            <p:ph idx="1"/>
          </p:nvPr>
        </p:nvSpPr>
        <p:spPr bwMode="auto">
          <a:xfrm>
            <a:off x="835749" y="1194170"/>
            <a:ext cx="8441227" cy="6694910"/>
          </a:xfrm>
        </p:spPr>
        <p:txBody>
          <a:bodyPr/>
          <a:lstStyle>
            <a:lvl1pPr defTabSz="457109">
              <a:lnSpc>
                <a:spcPct val="120000"/>
              </a:lnSpc>
              <a:defRPr/>
            </a:lvl1pPr>
            <a:lvl2pPr>
              <a:lnSpc>
                <a:spcPct val="120000"/>
              </a:lnSpc>
              <a:defRPr/>
            </a:lvl2pPr>
            <a:lvl3pPr defTabSz="457109">
              <a:lnSpc>
                <a:spcPct val="120000"/>
              </a:lnSpc>
              <a:defRPr/>
            </a:lvl3pPr>
            <a:lvl4pPr defTabSz="457109">
              <a:lnSpc>
                <a:spcPct val="120000"/>
              </a:lnSpc>
              <a:defRPr/>
            </a:lvl4pPr>
            <a:lvl5pPr defTabSz="457109">
              <a:lnSpc>
                <a:spcPct val="120000"/>
              </a:lnSpc>
              <a:defRPr/>
            </a:lvl5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GB"/>
          </a:p>
        </p:txBody>
      </p:sp>
    </p:spTree>
  </p:cSld>
  <p:clrMapOvr>
    <a:masterClrMapping/>
  </p:clrMapOvr>
  <p:hf hd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Title and Photo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F2443E58-CDC3-4782-B82C-4D381C795B98}" type="datetime1">
              <a:rPr lang="en-GB"/>
              <a:t>16/02/2026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r>
              <a:rPr lang="nl-NL"/>
              <a:t>pag. </a:t>
            </a:r>
            <a:fld id="{65A9A758-9AA4-4B7E-AAF3-0DDDE8ADB976}" type="slidenum">
              <a:rPr lang="nl-NL"/>
              <a:t>‹#›</a:t>
            </a:fld>
            <a:r>
              <a:rPr lang="nl-NL"/>
              <a:t> </a:t>
            </a:r>
            <a:endParaRPr/>
          </a:p>
        </p:txBody>
      </p:sp>
      <p:sp>
        <p:nvSpPr>
          <p:cNvPr id="7" name="Picture Placeholder 6"/>
          <p:cNvSpPr>
            <a:spLocks noGrp="1"/>
          </p:cNvSpPr>
          <p:nvPr>
            <p:ph type="pic" sz="quarter" idx="13" hasCustomPrompt="1"/>
          </p:nvPr>
        </p:nvSpPr>
        <p:spPr bwMode="auto">
          <a:xfrm>
            <a:off x="951951" y="1371377"/>
            <a:ext cx="15478583" cy="6500542"/>
          </a:xfrm>
        </p:spPr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>
              <a:defRPr/>
            </a:pPr>
            <a:r>
              <a:rPr lang="en-GB"/>
              <a:t>Photo</a:t>
            </a:r>
            <a:endParaRPr/>
          </a:p>
        </p:txBody>
      </p:sp>
    </p:spTree>
  </p:cSld>
  <p:clrMapOvr>
    <a:masterClrMapping/>
  </p:clrMapOvr>
  <p:hf hd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Photo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3D3465D1-804F-429B-83CD-3EFA8410E123}" type="datetime1">
              <a:rPr lang="en-GB"/>
              <a:t>16/02/2026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7" name="Covering Background"/>
          <p:cNvSpPr/>
          <p:nvPr/>
        </p:nvSpPr>
        <p:spPr bwMode="auto">
          <a:xfrm>
            <a:off x="-1" y="0"/>
            <a:ext cx="17336013" cy="975201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GB" sz="4050"/>
          </a:p>
        </p:txBody>
      </p:sp>
      <p:sp>
        <p:nvSpPr>
          <p:cNvPr id="6" name="Picture Placeholder 5"/>
          <p:cNvSpPr>
            <a:spLocks noGrp="1"/>
          </p:cNvSpPr>
          <p:nvPr>
            <p:ph type="pic" sz="quarter" idx="12" hasCustomPrompt="1"/>
          </p:nvPr>
        </p:nvSpPr>
        <p:spPr bwMode="auto">
          <a:xfrm>
            <a:off x="-1" y="0"/>
            <a:ext cx="17336013" cy="9752013"/>
          </a:xfrm>
        </p:spPr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>
              <a:defRPr/>
            </a:pPr>
            <a:r>
              <a:rPr lang="en-GB"/>
              <a:t>Photo</a:t>
            </a:r>
            <a:endParaRPr/>
          </a:p>
        </p:txBody>
      </p:sp>
    </p:spTree>
  </p:cSld>
  <p:clrMapOvr>
    <a:masterClrMapping/>
  </p:clrMapOvr>
  <p:hf hd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Closing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 bwMode="auto">
          <a:xfrm>
            <a:off x="914317" y="1392973"/>
            <a:ext cx="16422771" cy="6504142"/>
          </a:xfrm>
          <a:prstGeom prst="rect">
            <a:avLst/>
          </a:prstGeom>
          <a:solidFill>
            <a:srgbClr val="1E64C8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GB" sz="4050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 bwMode="white">
          <a:xfrm>
            <a:off x="1290956" y="1742956"/>
            <a:ext cx="15181976" cy="5768660"/>
          </a:xfrm>
        </p:spPr>
        <p:txBody>
          <a:bodyPr anchor="t" anchorCtr="0">
            <a:noAutofit/>
          </a:bodyPr>
          <a:lstStyle>
            <a:lvl1pPr algn="l">
              <a:lnSpc>
                <a:spcPts val="3499"/>
              </a:lnSpc>
              <a:defRPr sz="2500" u="none" cap="none">
                <a:solidFill>
                  <a:schemeClr val="bg1"/>
                </a:solidFill>
                <a:latin typeface="+mn-lt"/>
              </a:defRPr>
            </a:lvl1pPr>
          </a:lstStyle>
          <a:p>
            <a:pPr>
              <a:defRPr/>
            </a:pPr>
            <a:r>
              <a:rPr lang="en-GB"/>
              <a:t>Click to add presenters contact data</a:t>
            </a:r>
          </a:p>
        </p:txBody>
      </p:sp>
      <p:sp>
        <p:nvSpPr>
          <p:cNvPr id="11" name="Tijdelijke aanduiding voor tekst 4"/>
          <p:cNvSpPr>
            <a:spLocks noGrp="1"/>
          </p:cNvSpPr>
          <p:nvPr>
            <p:ph type="body" sz="quarter" idx="10" hasCustomPrompt="1"/>
          </p:nvPr>
        </p:nvSpPr>
        <p:spPr bwMode="white">
          <a:xfrm>
            <a:off x="9215155" y="3095496"/>
            <a:ext cx="7256936" cy="1717689"/>
          </a:xfrm>
        </p:spPr>
        <p:txBody>
          <a:bodyPr>
            <a:normAutofit/>
          </a:bodyPr>
          <a:lstStyle>
            <a:lvl1pPr>
              <a:lnSpc>
                <a:spcPts val="3499"/>
              </a:lnSpc>
              <a:defRPr sz="2400">
                <a:solidFill>
                  <a:schemeClr val="bg1"/>
                </a:solidFill>
              </a:defRPr>
            </a:lvl1pPr>
          </a:lstStyle>
          <a:p>
            <a:pPr lvl="0">
              <a:defRPr/>
            </a:pPr>
            <a:r>
              <a:rPr lang="en-GB"/>
              <a:t>Click to add social media names</a:t>
            </a:r>
            <a:endParaRPr lang="nl-NL"/>
          </a:p>
        </p:txBody>
      </p:sp>
      <p:pic>
        <p:nvPicPr>
          <p:cNvPr id="14" name="Afbeelding 13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464358" y="0"/>
            <a:ext cx="4179215" cy="1392973"/>
          </a:xfrm>
          <a:prstGeom prst="rect">
            <a:avLst/>
          </a:prstGeom>
        </p:spPr>
      </p:pic>
    </p:spTree>
  </p:cSld>
  <p:clrMapOvr>
    <a:masterClrMapping/>
  </p:clrMapOvr>
  <p:hf hd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auto">
          <a:xfrm>
            <a:off x="830042" y="136004"/>
            <a:ext cx="15703845" cy="863552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pPr>
              <a:defRPr/>
            </a:pPr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5749" y="1194170"/>
            <a:ext cx="15698137" cy="669491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 bwMode="auto">
          <a:xfrm>
            <a:off x="4072021" y="8947247"/>
            <a:ext cx="2297716" cy="51920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7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434BA3CA-1064-434F-B179-AB3B0298C0D6}" type="datetime1">
              <a:rPr lang="en-GB"/>
              <a:t>16/02/2026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6809613" y="8992959"/>
            <a:ext cx="8352799" cy="43786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7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15589093" y="8947247"/>
            <a:ext cx="921796" cy="51920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700">
                <a:solidFill>
                  <a:srgbClr val="1E64C8"/>
                </a:solidFill>
              </a:defRPr>
            </a:lvl1pPr>
          </a:lstStyle>
          <a:p>
            <a:pPr>
              <a:defRPr/>
            </a:pPr>
            <a:r>
              <a:rPr lang="nl-NL"/>
              <a:t>pag. </a:t>
            </a:r>
            <a:fld id="{65A9A758-9AA4-4B7E-AAF3-0DDDE8ADB976}" type="slidenum">
              <a:rPr lang="nl-NL"/>
              <a:t>‹#›</a:t>
            </a:fld>
            <a:r>
              <a:rPr lang="nl-NL"/>
              <a:t> </a:t>
            </a:r>
            <a:endParaRPr/>
          </a:p>
        </p:txBody>
      </p:sp>
      <p:pic>
        <p:nvPicPr>
          <p:cNvPr id="10" name="Logo EN"/>
          <p:cNvPicPr>
            <a:picLocks noChangeAspect="1"/>
          </p:cNvPicPr>
          <p:nvPr/>
        </p:nvPicPr>
        <p:blipFill>
          <a:blip r:embed="rId10"/>
          <a:stretch/>
        </p:blipFill>
        <p:spPr bwMode="auto">
          <a:xfrm>
            <a:off x="457158" y="7907893"/>
            <a:ext cx="2307389" cy="1846522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</p:sldLayoutIdLst>
  <p:hf hdr="0" dt="0"/>
  <p:txStyles>
    <p:titleStyle>
      <a:lvl1pPr algn="l" defTabSz="1300108">
        <a:lnSpc>
          <a:spcPct val="90000"/>
        </a:lnSpc>
        <a:spcBef>
          <a:spcPts val="0"/>
        </a:spcBef>
        <a:buNone/>
        <a:defRPr sz="5400" u="sng" cap="all">
          <a:solidFill>
            <a:srgbClr val="1E64C8"/>
          </a:solidFill>
          <a:latin typeface="+mj-lt"/>
          <a:ea typeface="+mj-ea"/>
          <a:cs typeface="+mj-cs"/>
        </a:defRPr>
      </a:lvl1pPr>
    </p:titleStyle>
    <p:bodyStyle>
      <a:lvl1pPr marL="0" indent="0" algn="l" defTabSz="1300108">
        <a:lnSpc>
          <a:spcPct val="120000"/>
        </a:lnSpc>
        <a:spcBef>
          <a:spcPts val="0"/>
        </a:spcBef>
        <a:buFont typeface="Arial"/>
        <a:buNone/>
        <a:defRPr sz="4800">
          <a:solidFill>
            <a:schemeClr val="tx1"/>
          </a:solidFill>
          <a:latin typeface="+mn-lt"/>
          <a:ea typeface="+mn-ea"/>
          <a:cs typeface="+mn-cs"/>
        </a:defRPr>
      </a:lvl1pPr>
      <a:lvl2pPr marL="457109" indent="-359928" algn="l" defTabSz="457109">
        <a:lnSpc>
          <a:spcPct val="120000"/>
        </a:lnSpc>
        <a:spcBef>
          <a:spcPts val="0"/>
        </a:spcBef>
        <a:buFont typeface="Arial"/>
        <a:buChar char="̶"/>
        <a:defRPr sz="4800">
          <a:solidFill>
            <a:schemeClr val="tx1"/>
          </a:solidFill>
          <a:latin typeface="+mn-lt"/>
          <a:ea typeface="+mn-ea"/>
          <a:cs typeface="+mn-cs"/>
        </a:defRPr>
      </a:lvl2pPr>
      <a:lvl3pPr marL="899933" indent="-458696" algn="l" defTabSz="1300108">
        <a:lnSpc>
          <a:spcPct val="120000"/>
        </a:lnSpc>
        <a:spcBef>
          <a:spcPts val="0"/>
        </a:spcBef>
        <a:buFont typeface="Arial"/>
        <a:buChar char="‒"/>
        <a:defRPr sz="4800">
          <a:solidFill>
            <a:schemeClr val="tx1"/>
          </a:solidFill>
          <a:latin typeface="+mn-lt"/>
          <a:ea typeface="+mn-ea"/>
          <a:cs typeface="+mn-cs"/>
        </a:defRPr>
      </a:lvl3pPr>
      <a:lvl4pPr marL="1441162" indent="-541230" algn="l" defTabSz="1300108">
        <a:lnSpc>
          <a:spcPct val="120000"/>
        </a:lnSpc>
        <a:spcBef>
          <a:spcPts val="0"/>
        </a:spcBef>
        <a:buFont typeface="Arial"/>
        <a:buChar char="‒"/>
        <a:defRPr sz="4800">
          <a:solidFill>
            <a:schemeClr val="tx1"/>
          </a:solidFill>
          <a:latin typeface="+mn-lt"/>
          <a:ea typeface="+mn-ea"/>
          <a:cs typeface="+mn-cs"/>
        </a:defRPr>
      </a:lvl4pPr>
      <a:lvl5pPr marL="2599805" indent="-1158643" algn="l" defTabSz="1300108">
        <a:lnSpc>
          <a:spcPct val="120000"/>
        </a:lnSpc>
        <a:spcBef>
          <a:spcPts val="0"/>
        </a:spcBef>
        <a:buFont typeface="Arial"/>
        <a:buNone/>
        <a:defRPr sz="4800">
          <a:solidFill>
            <a:schemeClr val="tx1"/>
          </a:solidFill>
          <a:latin typeface="+mn-lt"/>
          <a:ea typeface="+mn-ea"/>
          <a:cs typeface="+mn-cs"/>
        </a:defRPr>
      </a:lvl5pPr>
      <a:lvl6pPr marL="3575298" indent="-325027" algn="l" defTabSz="1300108">
        <a:lnSpc>
          <a:spcPct val="90000"/>
        </a:lnSpc>
        <a:spcBef>
          <a:spcPts val="711"/>
        </a:spcBef>
        <a:buFont typeface="Arial"/>
        <a:buChar char="•"/>
        <a:defRPr sz="2550">
          <a:solidFill>
            <a:schemeClr val="tx1"/>
          </a:solidFill>
          <a:latin typeface="+mn-lt"/>
          <a:ea typeface="+mn-ea"/>
          <a:cs typeface="+mn-cs"/>
        </a:defRPr>
      </a:lvl6pPr>
      <a:lvl7pPr marL="4225352" indent="-325027" algn="l" defTabSz="1300108">
        <a:lnSpc>
          <a:spcPct val="90000"/>
        </a:lnSpc>
        <a:spcBef>
          <a:spcPts val="711"/>
        </a:spcBef>
        <a:buFont typeface="Arial"/>
        <a:buChar char="•"/>
        <a:defRPr sz="2550">
          <a:solidFill>
            <a:schemeClr val="tx1"/>
          </a:solidFill>
          <a:latin typeface="+mn-lt"/>
          <a:ea typeface="+mn-ea"/>
          <a:cs typeface="+mn-cs"/>
        </a:defRPr>
      </a:lvl7pPr>
      <a:lvl8pPr marL="4875406" indent="-325027" algn="l" defTabSz="1300108">
        <a:lnSpc>
          <a:spcPct val="90000"/>
        </a:lnSpc>
        <a:spcBef>
          <a:spcPts val="711"/>
        </a:spcBef>
        <a:buFont typeface="Arial"/>
        <a:buChar char="•"/>
        <a:defRPr sz="2550">
          <a:solidFill>
            <a:schemeClr val="tx1"/>
          </a:solidFill>
          <a:latin typeface="+mn-lt"/>
          <a:ea typeface="+mn-ea"/>
          <a:cs typeface="+mn-cs"/>
        </a:defRPr>
      </a:lvl8pPr>
      <a:lvl9pPr marL="5525460" indent="-325027" algn="l" defTabSz="1300108">
        <a:lnSpc>
          <a:spcPct val="90000"/>
        </a:lnSpc>
        <a:spcBef>
          <a:spcPts val="711"/>
        </a:spcBef>
        <a:buFont typeface="Arial"/>
        <a:buChar char="•"/>
        <a:defRPr sz="255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300108">
        <a:defRPr sz="2550">
          <a:solidFill>
            <a:schemeClr val="tx1"/>
          </a:solidFill>
          <a:latin typeface="+mn-lt"/>
          <a:ea typeface="+mn-ea"/>
          <a:cs typeface="+mn-cs"/>
        </a:defRPr>
      </a:lvl1pPr>
      <a:lvl2pPr marL="650054" algn="l" defTabSz="1300108">
        <a:defRPr sz="2550">
          <a:solidFill>
            <a:schemeClr val="tx1"/>
          </a:solidFill>
          <a:latin typeface="+mn-lt"/>
          <a:ea typeface="+mn-ea"/>
          <a:cs typeface="+mn-cs"/>
        </a:defRPr>
      </a:lvl2pPr>
      <a:lvl3pPr marL="1300108" algn="l" defTabSz="1300108">
        <a:defRPr sz="2550">
          <a:solidFill>
            <a:schemeClr val="tx1"/>
          </a:solidFill>
          <a:latin typeface="+mn-lt"/>
          <a:ea typeface="+mn-ea"/>
          <a:cs typeface="+mn-cs"/>
        </a:defRPr>
      </a:lvl3pPr>
      <a:lvl4pPr marL="1950162" algn="l" defTabSz="1300108">
        <a:defRPr sz="2550">
          <a:solidFill>
            <a:schemeClr val="tx1"/>
          </a:solidFill>
          <a:latin typeface="+mn-lt"/>
          <a:ea typeface="+mn-ea"/>
          <a:cs typeface="+mn-cs"/>
        </a:defRPr>
      </a:lvl4pPr>
      <a:lvl5pPr marL="2600216" algn="l" defTabSz="1300108">
        <a:defRPr sz="2550">
          <a:solidFill>
            <a:schemeClr val="tx1"/>
          </a:solidFill>
          <a:latin typeface="+mn-lt"/>
          <a:ea typeface="+mn-ea"/>
          <a:cs typeface="+mn-cs"/>
        </a:defRPr>
      </a:lvl5pPr>
      <a:lvl6pPr marL="3250271" algn="l" defTabSz="1300108">
        <a:defRPr sz="2550">
          <a:solidFill>
            <a:schemeClr val="tx1"/>
          </a:solidFill>
          <a:latin typeface="+mn-lt"/>
          <a:ea typeface="+mn-ea"/>
          <a:cs typeface="+mn-cs"/>
        </a:defRPr>
      </a:lvl6pPr>
      <a:lvl7pPr marL="3900325" algn="l" defTabSz="1300108">
        <a:defRPr sz="2550">
          <a:solidFill>
            <a:schemeClr val="tx1"/>
          </a:solidFill>
          <a:latin typeface="+mn-lt"/>
          <a:ea typeface="+mn-ea"/>
          <a:cs typeface="+mn-cs"/>
        </a:defRPr>
      </a:lvl7pPr>
      <a:lvl8pPr marL="4550379" algn="l" defTabSz="1300108">
        <a:defRPr sz="2550">
          <a:solidFill>
            <a:schemeClr val="tx1"/>
          </a:solidFill>
          <a:latin typeface="+mn-lt"/>
          <a:ea typeface="+mn-ea"/>
          <a:cs typeface="+mn-cs"/>
        </a:defRPr>
      </a:lvl8pPr>
      <a:lvl9pPr marL="5200433" algn="l" defTabSz="1300108">
        <a:defRPr sz="25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mailto:Kaixin.Chang@ugent.be" TargetMode="External"/><Relationship Id="rId2" Type="http://schemas.openxmlformats.org/officeDocument/2006/relationships/hyperlink" Target="mailto:Arthur.Duysens@ugent.be" TargetMode="External"/><Relationship Id="rId1" Type="http://schemas.openxmlformats.org/officeDocument/2006/relationships/slideLayout" Target="../slideLayouts/slideLayout4.xml"/><Relationship Id="rId4" Type="http://schemas.openxmlformats.org/officeDocument/2006/relationships/hyperlink" Target="mailto:Rafal.Muszynski@ugent.be" TargetMode="Externa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 dirty="0"/>
              <a:t>Information theory Project Audio CD</a:t>
            </a:r>
            <a:endParaRPr lang="nl-BE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auto"/>
        <p:txBody>
          <a:bodyPr numCol="2">
            <a:noAutofit/>
          </a:bodyPr>
          <a:lstStyle/>
          <a:p>
            <a:pPr>
              <a:defRPr/>
            </a:pPr>
            <a:r>
              <a:rPr lang="nl-BE" dirty="0"/>
              <a:t>Arthur.Duysens@UGent.be</a:t>
            </a:r>
            <a:endParaRPr dirty="0"/>
          </a:p>
          <a:p>
            <a:pPr>
              <a:defRPr/>
            </a:pPr>
            <a:br>
              <a:rPr lang="nl-BE" dirty="0"/>
            </a:br>
            <a:r>
              <a:rPr lang="nl-BE" dirty="0"/>
              <a:t>Kaixin.Chang@ugent.be</a:t>
            </a:r>
            <a:endParaRPr dirty="0"/>
          </a:p>
          <a:p>
            <a:pPr>
              <a:defRPr/>
            </a:pPr>
            <a:endParaRPr lang="nl-BE" dirty="0"/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1"/>
          </p:nvPr>
        </p:nvSpPr>
        <p:spPr bwMode="auto"/>
        <p:txBody>
          <a:bodyPr/>
          <a:lstStyle/>
          <a:p>
            <a:endParaRPr lang="en-US"/>
          </a:p>
        </p:txBody>
      </p:sp>
      <p:sp>
        <p:nvSpPr>
          <p:cNvPr id="5" name="Picture Placeholder 4"/>
          <p:cNvSpPr>
            <a:spLocks noGrp="1"/>
          </p:cNvSpPr>
          <p:nvPr>
            <p:ph type="pic" sz="quarter" idx="12"/>
          </p:nvPr>
        </p:nvSpPr>
        <p:spPr bwMode="auto"/>
        <p:txBody>
          <a:bodyPr/>
          <a:lstStyle/>
          <a:p>
            <a:endParaRPr lang="en-US"/>
          </a:p>
        </p:txBody>
      </p:sp>
      <p:sp>
        <p:nvSpPr>
          <p:cNvPr id="6" name="Picture Placeholder 5"/>
          <p:cNvSpPr>
            <a:spLocks noGrp="1"/>
          </p:cNvSpPr>
          <p:nvPr>
            <p:ph type="pic" sz="quarter" idx="13"/>
          </p:nvPr>
        </p:nvSpPr>
        <p:spPr bwMode="auto"/>
        <p:txBody>
          <a:bodyPr/>
          <a:lstStyle/>
          <a:p>
            <a:endParaRPr lang="en-US"/>
          </a:p>
        </p:txBody>
      </p:sp>
      <p:sp>
        <p:nvSpPr>
          <p:cNvPr id="7" name="Picture Placeholder 6"/>
          <p:cNvSpPr>
            <a:spLocks noGrp="1"/>
          </p:cNvSpPr>
          <p:nvPr>
            <p:ph type="pic" sz="quarter" idx="14"/>
          </p:nvPr>
        </p:nvSpPr>
        <p:spPr bwMode="auto"/>
        <p:txBody>
          <a:bodyPr/>
          <a:lstStyle/>
          <a:p>
            <a:endParaRPr lang="en-US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5"/>
          </p:nvPr>
        </p:nvSpPr>
        <p:spPr bwMode="auto"/>
        <p:txBody>
          <a:bodyPr/>
          <a:lstStyle/>
          <a:p>
            <a:pPr>
              <a:defRPr/>
            </a:pPr>
            <a:endParaRPr lang="nl-BE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 dirty="0"/>
              <a:t>Practical</a:t>
            </a:r>
            <a:endParaRPr lang="nl-BE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 bwMode="auto"/>
        <p:txBody>
          <a:bodyPr>
            <a:normAutofit fontScale="92500" lnSpcReduction="20000"/>
          </a:bodyPr>
          <a:lstStyle/>
          <a:p>
            <a:pPr>
              <a:defRPr/>
            </a:pPr>
            <a:r>
              <a:rPr lang="en-US" dirty="0"/>
              <a:t>Groups of 3-4 people (already made) </a:t>
            </a:r>
            <a:br>
              <a:rPr lang="en-US" dirty="0"/>
            </a:br>
            <a:r>
              <a:rPr lang="en-US" dirty="0"/>
              <a:t>deadline: 23:59 on the 3rd of May</a:t>
            </a:r>
          </a:p>
          <a:p>
            <a:pPr>
              <a:defRPr/>
            </a:pPr>
            <a:r>
              <a:rPr lang="en-US" dirty="0"/>
              <a:t>Upload report and code to </a:t>
            </a:r>
            <a:r>
              <a:rPr lang="en-US" dirty="0" err="1"/>
              <a:t>Ufora</a:t>
            </a:r>
            <a:br>
              <a:rPr lang="en-US" sz="3000" dirty="0"/>
            </a:br>
            <a:r>
              <a:rPr lang="en-US" sz="3000" dirty="0">
                <a:solidFill>
                  <a:srgbClr val="FF0000"/>
                </a:solidFill>
              </a:rPr>
              <a:t>zip-file: groupXX.zip with a folder </a:t>
            </a:r>
            <a:r>
              <a:rPr lang="en-US" sz="3000" dirty="0" err="1">
                <a:solidFill>
                  <a:srgbClr val="FF0000"/>
                </a:solidFill>
              </a:rPr>
              <a:t>groupXX</a:t>
            </a:r>
            <a:endParaRPr lang="en-US" sz="3000" dirty="0">
              <a:solidFill>
                <a:srgbClr val="FF0000"/>
              </a:solidFill>
            </a:endParaRPr>
          </a:p>
          <a:p>
            <a:pPr>
              <a:defRPr/>
            </a:pPr>
            <a:r>
              <a:rPr lang="en-US" sz="4800" dirty="0"/>
              <a:t>Oral defense on 18</a:t>
            </a:r>
            <a:r>
              <a:rPr lang="en-US" sz="4800" baseline="30000" dirty="0"/>
              <a:t>th</a:t>
            </a:r>
            <a:r>
              <a:rPr lang="en-US" sz="4800" dirty="0"/>
              <a:t> and 19</a:t>
            </a:r>
            <a:r>
              <a:rPr lang="en-US" sz="4800" baseline="30000" dirty="0"/>
              <a:t>th</a:t>
            </a:r>
            <a:r>
              <a:rPr lang="en-US" sz="4800" dirty="0"/>
              <a:t> May</a:t>
            </a:r>
            <a:endParaRPr lang="en-US" dirty="0"/>
          </a:p>
          <a:p>
            <a:pPr>
              <a:defRPr/>
            </a:pPr>
            <a:r>
              <a:rPr lang="en-US" dirty="0"/>
              <a:t>Score: 20% of total (at least 8/20 needed to pass the course!)</a:t>
            </a:r>
          </a:p>
          <a:p>
            <a:pPr>
              <a:defRPr/>
            </a:pPr>
            <a:r>
              <a:rPr lang="en-US" dirty="0"/>
              <a:t>Survey on week 3, 6 and 9</a:t>
            </a:r>
            <a:endParaRPr dirty="0"/>
          </a:p>
          <a:p>
            <a:pPr>
              <a:defRPr/>
            </a:pPr>
            <a:r>
              <a:rPr lang="en-US" dirty="0"/>
              <a:t>Questions: </a:t>
            </a:r>
            <a:r>
              <a:rPr lang="en-US" u="sng" dirty="0">
                <a:solidFill>
                  <a:schemeClr val="hlink"/>
                </a:solidFill>
                <a:hlinkClick r:id="rId2" tooltip="mailto:Rafal.Muszynski@ugent.be"/>
              </a:rPr>
              <a:t>Arthur.Duysens@ugent.be</a:t>
            </a:r>
            <a:endParaRPr lang="en-US" u="sng" dirty="0">
              <a:solidFill>
                <a:schemeClr val="hlink"/>
              </a:solidFill>
            </a:endParaRPr>
          </a:p>
          <a:p>
            <a:pPr marL="86383" indent="0">
              <a:buNone/>
              <a:defRPr/>
            </a:pPr>
            <a:r>
              <a:rPr lang="en-US" dirty="0"/>
              <a:t>							 </a:t>
            </a:r>
            <a:r>
              <a:rPr lang="en-US" u="sng" dirty="0">
                <a:solidFill>
                  <a:schemeClr val="hlink"/>
                </a:solidFill>
                <a:hlinkClick r:id="rId3" tooltip="mailto:Rafal.Muszynski@ugent.be"/>
              </a:rPr>
              <a:t>Kaixin.Chang@ugent</a:t>
            </a:r>
            <a:r>
              <a:rPr lang="en-US" u="sng" dirty="0">
                <a:solidFill>
                  <a:schemeClr val="hlink"/>
                </a:solidFill>
                <a:hlinkClick r:id="rId4" tooltip="mailto:Rafal.Muszynski@ugent.be"/>
              </a:rPr>
              <a:t>.be</a:t>
            </a:r>
            <a:endParaRPr dirty="0"/>
          </a:p>
          <a:p>
            <a:pPr>
              <a:defRPr/>
            </a:pPr>
            <a:endParaRPr lang="en-US" dirty="0"/>
          </a:p>
          <a:p>
            <a:pPr>
              <a:defRPr/>
            </a:pPr>
            <a:endParaRPr lang="nl-BE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r>
              <a:rPr lang="nl-NL"/>
              <a:t>pag. </a:t>
            </a:r>
            <a:fld id="{65A9A758-9AA4-4B7E-AAF3-0DDDE8ADB976}" type="slidenum">
              <a:rPr lang="nl-NL"/>
              <a:t>2</a:t>
            </a:fld>
            <a:r>
              <a:rPr lang="nl-NL"/>
              <a:t> 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Compact Disc Digital Audio</a:t>
            </a:r>
            <a:endParaRPr lang="nl-BE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Introduced by Sony and Philips in 1980</a:t>
            </a:r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 bwMode="auto">
          <a:xfrm>
            <a:off x="6796336" y="8987918"/>
            <a:ext cx="8352799" cy="437861"/>
          </a:xfrm>
        </p:spPr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r>
              <a:rPr lang="nl-NL"/>
              <a:t>pag. </a:t>
            </a:r>
            <a:fld id="{65A9A758-9AA4-4B7E-AAF3-0DDDE8ADB976}" type="slidenum">
              <a:rPr lang="nl-NL"/>
              <a:t>3</a:t>
            </a:fld>
            <a:r>
              <a:rPr lang="nl-NL"/>
              <a:t> </a:t>
            </a:r>
            <a:endParaRPr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1467744" y="2725958"/>
            <a:ext cx="3649329" cy="3631333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>
            <a:clrChange>
              <a:clrFrom>
                <a:srgbClr val="F5F3F4"/>
              </a:clrFrom>
              <a:clrTo>
                <a:srgbClr val="F5F3F4">
                  <a:alpha val="0"/>
                </a:srgbClr>
              </a:clrTo>
            </a:clrChange>
          </a:blip>
          <a:stretch/>
        </p:blipFill>
        <p:spPr bwMode="auto">
          <a:xfrm>
            <a:off x="7804448" y="3291829"/>
            <a:ext cx="6587824" cy="3260973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 bwMode="auto">
          <a:xfrm>
            <a:off x="7444408" y="7016769"/>
            <a:ext cx="792088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  <a:defRPr/>
            </a:pPr>
            <a:r>
              <a:rPr lang="en-US" sz="3000">
                <a:latin typeface="+mn-lt"/>
              </a:rPr>
              <a:t>First commercially released CD player (1982)</a:t>
            </a:r>
            <a:endParaRPr lang="nl-BE" sz="3000">
              <a:latin typeface="+mn-lt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Comparison with Analog audio</a:t>
            </a:r>
            <a:endParaRPr lang="nl-BE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Analog audio: scratches and noise in readout impair the sound</a:t>
            </a:r>
            <a:endParaRPr/>
          </a:p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r>
              <a:rPr lang="en-US"/>
              <a:t>Digital audio: error correction allows perfect recovery of the original digital audio</a:t>
            </a:r>
            <a:endParaRPr lang="nl-B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r>
              <a:rPr lang="nl-NL"/>
              <a:t>pag. </a:t>
            </a:r>
            <a:fld id="{65A9A758-9AA4-4B7E-AAF3-0DDDE8ADB976}" type="slidenum">
              <a:rPr lang="nl-NL"/>
              <a:t>4</a:t>
            </a:fld>
            <a:r>
              <a:rPr lang="nl-NL"/>
              <a:t> </a:t>
            </a:r>
            <a:endParaRPr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/>
        </p:blipFill>
        <p:spPr bwMode="auto">
          <a:xfrm>
            <a:off x="4348063" y="1851669"/>
            <a:ext cx="3940487" cy="3940487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9100592" y="2103435"/>
            <a:ext cx="5393078" cy="372122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Digital audio</a:t>
            </a:r>
            <a:endParaRPr lang="nl-BE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16 bit linear PCM, F</a:t>
            </a:r>
            <a:r>
              <a:rPr lang="en-US" baseline="-25000"/>
              <a:t>s</a:t>
            </a:r>
            <a:r>
              <a:rPr lang="en-US"/>
              <a:t> = 44.1 kHz</a:t>
            </a:r>
            <a:endParaRPr lang="nl-B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r>
              <a:rPr lang="nl-NL"/>
              <a:t>pag. </a:t>
            </a:r>
            <a:fld id="{65A9A758-9AA4-4B7E-AAF3-0DDDE8ADB976}" type="slidenum">
              <a:rPr lang="nl-NL"/>
              <a:t>5</a:t>
            </a:fld>
            <a:r>
              <a:rPr lang="nl-NL"/>
              <a:t> </a:t>
            </a:r>
            <a:endParaRPr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4276056" y="2211710"/>
            <a:ext cx="7011144" cy="5258357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 bwMode="auto">
          <a:xfrm>
            <a:off x="5788224" y="7452255"/>
            <a:ext cx="47033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  <a:defRPr/>
            </a:pPr>
            <a:r>
              <a:rPr lang="en-US" sz="3000">
                <a:latin typeface="+mn-lt"/>
              </a:rPr>
              <a:t>Example: 4 bit linear PCM</a:t>
            </a:r>
            <a:endParaRPr lang="nl-BE" sz="3000">
              <a:latin typeface="+mn-lt"/>
            </a:endParaRPr>
          </a:p>
        </p:txBody>
      </p:sp>
      <p:cxnSp>
        <p:nvCxnSpPr>
          <p:cNvPr id="9" name="Straight Arrow Connector 8"/>
          <p:cNvCxnSpPr>
            <a:cxnSpLocks/>
          </p:cNvCxnSpPr>
          <p:nvPr/>
        </p:nvCxnSpPr>
        <p:spPr bwMode="auto">
          <a:xfrm>
            <a:off x="6042660" y="4659982"/>
            <a:ext cx="264795" cy="0"/>
          </a:xfrm>
          <a:prstGeom prst="straightConnector1">
            <a:avLst/>
          </a:prstGeom>
          <a:ln w="31750">
            <a:solidFill>
              <a:srgbClr val="1E64C8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Rectangular Callout 11"/>
              <p:cNvSpPr/>
              <p:nvPr/>
            </p:nvSpPr>
            <p:spPr bwMode="auto">
              <a:xfrm>
                <a:off x="5860232" y="5355539"/>
                <a:ext cx="1656184" cy="1008113"/>
              </a:xfrm>
              <a:prstGeom prst="wedgeRectCallout">
                <a:avLst>
                  <a:gd name="adj1" fmla="val -29049"/>
                  <a:gd name="adj2" fmla="val -105465"/>
                </a:avLst>
              </a:prstGeom>
              <a:solidFill>
                <a:schemeClr val="bg1"/>
              </a:solidFill>
              <a:ln w="31750">
                <a:solidFill>
                  <a:srgbClr val="1E64C8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nl-BE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a:rPr lang="en-US" sz="2800" b="0" i="1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1</m:t>
                          </m:r>
                        </m:num>
                        <m:den>
                          <m:r>
                            <a:rPr lang="en-US" sz="2800" b="0" i="1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44.1</m:t>
                          </m:r>
                          <m:r>
                            <m:rPr>
                              <m:nor/>
                            </m:rPr>
                            <a:rPr lang="en-US" sz="2800" b="0" i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US" sz="2800" b="0" i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kHz</m:t>
                          </m:r>
                        </m:den>
                      </m:f>
                    </m:oMath>
                  </m:oMathPara>
                </a14:m>
                <a:endParaRPr lang="nl-BE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2" name="Rectangular Callout 1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860232" y="5355539"/>
                <a:ext cx="1656184" cy="1008113"/>
              </a:xfrm>
              <a:prstGeom prst="wedgeRectCallout">
                <a:avLst>
                  <a:gd name="adj1" fmla="val -29049"/>
                  <a:gd name="adj2" fmla="val -105465"/>
                </a:avLst>
              </a:prstGeom>
              <a:blipFill>
                <a:blip r:embed="rId3"/>
                <a:stretch>
                  <a:fillRect/>
                </a:stretch>
              </a:blipFill>
              <a:ln w="31750">
                <a:solidFill>
                  <a:srgbClr val="1E64C8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Cross-Interleaved RS coding</a:t>
            </a:r>
            <a:endParaRPr lang="nl-BE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Coding to protect from scratches, fingerprints, etc.</a:t>
            </a:r>
            <a:endParaRPr/>
          </a:p>
          <a:p>
            <a:pPr>
              <a:defRPr/>
            </a:pPr>
            <a:r>
              <a:rPr lang="en-US"/>
              <a:t>Two Reed-Solomon codes separated by an </a:t>
            </a:r>
            <a:r>
              <a:rPr lang="en-US" u="sng"/>
              <a:t>interleaver</a:t>
            </a:r>
            <a:br>
              <a:rPr lang="en-US"/>
            </a:br>
            <a:r>
              <a:rPr lang="en-US" sz="4000"/>
              <a:t>→ result failed decoding C</a:t>
            </a:r>
            <a:r>
              <a:rPr lang="en-US" sz="4000" baseline="-25000"/>
              <a:t>1</a:t>
            </a:r>
            <a:r>
              <a:rPr lang="en-US" sz="4000"/>
              <a:t> spread over multiple codewords C</a:t>
            </a:r>
            <a:r>
              <a:rPr lang="en-US" sz="4000" baseline="-25000"/>
              <a:t>2</a:t>
            </a:r>
            <a:endParaRPr lang="nl-BE" sz="4000" baseline="-2500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r>
              <a:rPr lang="nl-NL"/>
              <a:t>pag. </a:t>
            </a:r>
            <a:fld id="{65A9A758-9AA4-4B7E-AAF3-0DDDE8ADB976}" type="slidenum">
              <a:rPr lang="nl-NL"/>
              <a:t>6</a:t>
            </a:fld>
            <a:r>
              <a:rPr lang="nl-NL"/>
              <a:t> </a:t>
            </a:r>
            <a:endParaRPr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2979912" y="3939902"/>
            <a:ext cx="12025336" cy="4468885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auto">
          <a:xfrm>
            <a:off x="8092480" y="4515966"/>
            <a:ext cx="1728192" cy="751994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nl-BE"/>
          </a:p>
        </p:txBody>
      </p:sp>
      <p:sp>
        <p:nvSpPr>
          <p:cNvPr id="10" name="Rectangle 9"/>
          <p:cNvSpPr/>
          <p:nvPr/>
        </p:nvSpPr>
        <p:spPr bwMode="auto">
          <a:xfrm>
            <a:off x="8092480" y="7468294"/>
            <a:ext cx="1747480" cy="720080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nl-BE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Project Information</a:t>
            </a:r>
            <a:endParaRPr lang="nl-BE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 bwMode="auto"/>
        <p:txBody>
          <a:bodyPr>
            <a:normAutofit/>
          </a:bodyPr>
          <a:lstStyle/>
          <a:p>
            <a:pPr>
              <a:defRPr/>
            </a:pPr>
            <a:r>
              <a:rPr lang="nl-BE" sz="4800" dirty="0" err="1"/>
              <a:t>Assignment</a:t>
            </a:r>
            <a:r>
              <a:rPr lang="nl-BE" sz="4800" dirty="0"/>
              <a:t> </a:t>
            </a:r>
            <a:r>
              <a:rPr lang="nl-BE" sz="4800" dirty="0" err="1"/>
              <a:t>available</a:t>
            </a:r>
            <a:r>
              <a:rPr lang="nl-BE" sz="4800" dirty="0"/>
              <a:t> on </a:t>
            </a:r>
            <a:r>
              <a:rPr lang="nl-BE" sz="4800" dirty="0" err="1"/>
              <a:t>Ufora</a:t>
            </a:r>
            <a:endParaRPr lang="nl-BE" sz="4800" dirty="0"/>
          </a:p>
          <a:p>
            <a:pPr>
              <a:defRPr/>
            </a:pPr>
            <a:r>
              <a:rPr lang="nl-BE" sz="4800" dirty="0"/>
              <a:t>The project is </a:t>
            </a:r>
            <a:r>
              <a:rPr lang="nl-BE" sz="4800" dirty="0" err="1"/>
              <a:t>implemented</a:t>
            </a:r>
            <a:r>
              <a:rPr lang="nl-BE" sz="4800" dirty="0"/>
              <a:t> in Python</a:t>
            </a:r>
            <a:endParaRPr dirty="0"/>
          </a:p>
          <a:p>
            <a:pPr lvl="1">
              <a:defRPr/>
            </a:pPr>
            <a:r>
              <a:rPr lang="nl-BE" sz="4800" dirty="0"/>
              <a:t>Python: </a:t>
            </a:r>
            <a:r>
              <a:rPr lang="nl-BE" sz="4800" dirty="0" err="1"/>
              <a:t>install</a:t>
            </a:r>
            <a:r>
              <a:rPr lang="nl-BE" sz="4800" dirty="0"/>
              <a:t> </a:t>
            </a:r>
            <a:r>
              <a:rPr lang="nl-BE" sz="4800" dirty="0" err="1"/>
              <a:t>galois</a:t>
            </a:r>
            <a:r>
              <a:rPr lang="nl-BE" sz="4800" dirty="0"/>
              <a:t> </a:t>
            </a:r>
            <a:r>
              <a:rPr lang="nl-BE" sz="4800" dirty="0" err="1"/>
              <a:t>and</a:t>
            </a:r>
            <a:r>
              <a:rPr lang="nl-BE" sz="4800" dirty="0"/>
              <a:t> reedsolo package</a:t>
            </a:r>
          </a:p>
          <a:p>
            <a:pPr>
              <a:defRPr/>
            </a:pPr>
            <a:r>
              <a:rPr lang="nl-BE" sz="4800" dirty="0"/>
              <a:t>A </a:t>
            </a:r>
            <a:r>
              <a:rPr lang="nl-BE" sz="4800" dirty="0" err="1"/>
              <a:t>number</a:t>
            </a:r>
            <a:r>
              <a:rPr lang="nl-BE" sz="4800" dirty="0"/>
              <a:t> of files </a:t>
            </a:r>
            <a:r>
              <a:rPr lang="nl-BE" sz="4800" dirty="0" err="1"/>
              <a:t>will</a:t>
            </a:r>
            <a:r>
              <a:rPr lang="nl-BE" sz="4800" dirty="0"/>
              <a:t> </a:t>
            </a:r>
            <a:r>
              <a:rPr lang="nl-BE" sz="4800" dirty="0" err="1"/>
              <a:t>be</a:t>
            </a:r>
            <a:r>
              <a:rPr lang="nl-BE" sz="4800" dirty="0"/>
              <a:t> </a:t>
            </a:r>
            <a:r>
              <a:rPr lang="nl-BE" sz="4800" dirty="0" err="1"/>
              <a:t>available</a:t>
            </a:r>
            <a:r>
              <a:rPr lang="nl-BE" sz="4800" dirty="0"/>
              <a:t> on </a:t>
            </a:r>
            <a:r>
              <a:rPr lang="nl-BE" sz="4800" dirty="0" err="1"/>
              <a:t>Ufora</a:t>
            </a:r>
            <a:r>
              <a:rPr lang="nl-BE" sz="4800" dirty="0"/>
              <a:t>, </a:t>
            </a:r>
            <a:r>
              <a:rPr lang="nl-BE" sz="4800" dirty="0" err="1"/>
              <a:t>you</a:t>
            </a:r>
            <a:r>
              <a:rPr lang="nl-BE" sz="4800" dirty="0"/>
              <a:t> have </a:t>
            </a:r>
            <a:r>
              <a:rPr lang="nl-BE" sz="4800" dirty="0" err="1"/>
              <a:t>to</a:t>
            </a:r>
            <a:r>
              <a:rPr lang="nl-BE" sz="4800" dirty="0"/>
              <a:t> complete </a:t>
            </a:r>
            <a:r>
              <a:rPr lang="nl-BE" sz="4800" dirty="0" err="1"/>
              <a:t>the</a:t>
            </a:r>
            <a:r>
              <a:rPr lang="nl-BE" sz="4800" dirty="0"/>
              <a:t> </a:t>
            </a:r>
            <a:r>
              <a:rPr lang="nl-BE" sz="4800" dirty="0" err="1"/>
              <a:t>given</a:t>
            </a:r>
            <a:r>
              <a:rPr lang="nl-BE" sz="4800" dirty="0"/>
              <a:t> </a:t>
            </a:r>
            <a:r>
              <a:rPr lang="nl-BE" sz="4800" dirty="0" err="1"/>
              <a:t>functions</a:t>
            </a:r>
            <a:r>
              <a:rPr lang="nl-BE" sz="4800" dirty="0"/>
              <a:t>.</a:t>
            </a:r>
            <a:endParaRPr dirty="0"/>
          </a:p>
          <a:p>
            <a:pPr>
              <a:defRPr/>
            </a:pPr>
            <a:r>
              <a:rPr lang="nl-BE" sz="4800" dirty="0"/>
              <a:t>Input </a:t>
            </a:r>
            <a:r>
              <a:rPr lang="nl-BE" sz="4800" dirty="0" err="1"/>
              <a:t>and</a:t>
            </a:r>
            <a:r>
              <a:rPr lang="nl-BE" sz="4800" dirty="0"/>
              <a:t> output </a:t>
            </a:r>
            <a:r>
              <a:rPr lang="nl-BE" sz="4800" dirty="0" err="1"/>
              <a:t>arguments</a:t>
            </a:r>
            <a:r>
              <a:rPr lang="nl-BE" sz="4800" dirty="0"/>
              <a:t> of </a:t>
            </a:r>
            <a:r>
              <a:rPr lang="nl-BE" sz="4800" dirty="0" err="1"/>
              <a:t>the</a:t>
            </a:r>
            <a:r>
              <a:rPr lang="nl-BE" sz="4800" dirty="0"/>
              <a:t> </a:t>
            </a:r>
            <a:r>
              <a:rPr lang="nl-BE" sz="4800" dirty="0" err="1"/>
              <a:t>functions</a:t>
            </a:r>
            <a:r>
              <a:rPr lang="nl-BE" sz="4800" dirty="0"/>
              <a:t> </a:t>
            </a:r>
            <a:r>
              <a:rPr lang="nl-BE" sz="4800" dirty="0" err="1">
                <a:solidFill>
                  <a:srgbClr val="FF0000"/>
                </a:solidFill>
              </a:rPr>
              <a:t>cannot</a:t>
            </a:r>
            <a:r>
              <a:rPr lang="nl-BE" sz="4800" dirty="0"/>
              <a:t> </a:t>
            </a:r>
            <a:r>
              <a:rPr lang="nl-BE" sz="4800" dirty="0" err="1"/>
              <a:t>be</a:t>
            </a:r>
            <a:r>
              <a:rPr lang="nl-BE" sz="4800" dirty="0"/>
              <a:t> </a:t>
            </a:r>
            <a:r>
              <a:rPr lang="nl-BE" sz="4800" dirty="0" err="1"/>
              <a:t>altered</a:t>
            </a:r>
            <a:r>
              <a:rPr lang="nl-BE" sz="4800" dirty="0"/>
              <a:t>.</a:t>
            </a:r>
            <a:endParaRPr dirty="0"/>
          </a:p>
          <a:p>
            <a:pPr marL="86383" indent="0">
              <a:buNone/>
              <a:defRPr/>
            </a:pPr>
            <a:endParaRPr lang="nl-BE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r>
              <a:rPr lang="nl-NL"/>
              <a:t>pag. </a:t>
            </a:r>
            <a:fld id="{65A9A758-9AA4-4B7E-AAF3-0DDDE8ADB976}" type="slidenum">
              <a:rPr lang="nl-NL"/>
              <a:t>7</a:t>
            </a:fld>
            <a:r>
              <a:rPr lang="nl-NL"/>
              <a:t> 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owerpoint_UGent_EN_EA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Universiteit Gent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 Them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prstGeom prst="rect">
          <a:avLst/>
        </a:prstGeom>
        <a:noFill/>
        <a:ln w="31750">
          <a:solidFill>
            <a:srgbClr val="1E64C8"/>
          </a:solidFill>
        </a:ln>
      </a:spPr>
      <a:bodyPr/>
      <a:lstStyle/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 bwMode="auto">
        <a:prstGeom prst="rect">
          <a:avLst/>
        </a:prstGeom>
        <a:ln w="31750">
          <a:solidFill>
            <a:srgbClr val="1E64C8"/>
          </a:solidFill>
          <a:headEnd type="triangle" w="lg" len="lg"/>
          <a:tailEnd type="triangle" w="lg" len="lg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 bwMode="auto">
        <a:prstGeom prst="rect">
          <a:avLst/>
        </a:prstGeom>
        <a:noFill/>
      </a:spPr>
      <a:bodyPr/>
      <a:lstStyle/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Powerpoint_UGent_EN_EA</Template>
  <TotalTime>0</TotalTime>
  <Words>271</Words>
  <Application>Microsoft Office PowerPoint</Application>
  <DocSecurity>0</DocSecurity>
  <PresentationFormat>Custom</PresentationFormat>
  <Paragraphs>39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Cambria Math</vt:lpstr>
      <vt:lpstr>Times New Roman</vt:lpstr>
      <vt:lpstr>Powerpoint_UGent_EN_EA</vt:lpstr>
      <vt:lpstr>Information theory Project Audio CD</vt:lpstr>
      <vt:lpstr>Practical</vt:lpstr>
      <vt:lpstr>Compact Disc Digital Audio</vt:lpstr>
      <vt:lpstr>Comparison with Analog audio</vt:lpstr>
      <vt:lpstr>Digital audio</vt:lpstr>
      <vt:lpstr>Cross-Interleaved RS coding</vt:lpstr>
      <vt:lpstr>Project Information</vt:lpstr>
    </vt:vector>
  </TitlesOfParts>
  <Manager/>
  <Company>Universiteit Gent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Presentatie 'Universiteit Gent'</dc:title>
  <dc:subject/>
  <dc:creator>Afdeling Communicatie</dc:creator>
  <cp:keywords/>
  <dc:description/>
  <cp:lastModifiedBy>Kaixin Chang</cp:lastModifiedBy>
  <cp:revision>302</cp:revision>
  <dcterms:created xsi:type="dcterms:W3CDTF">2005-09-12T21:24:55Z</dcterms:created>
  <dcterms:modified xsi:type="dcterms:W3CDTF">2026-02-16T15:23:16Z</dcterms:modified>
  <cp:category/>
  <dc:identifier/>
  <cp:contentStatus/>
  <dc:language/>
  <cp:version/>
</cp:coreProperties>
</file>